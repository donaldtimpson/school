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7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4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45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6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7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2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82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5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5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F4B0E-F7A8-4475-911A-10BF14A7C624}" type="datetimeFigureOut">
              <a:rPr lang="en-US" smtClean="0"/>
              <a:t>11/19/2015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22F8F-0CD6-484B-A506-E65B42E3B9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442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teacherspayteachers.com/Store/Math-Giraffe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25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11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21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398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480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19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83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10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10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50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65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743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39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59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08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5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728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377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96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85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138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7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289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8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53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5256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02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0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68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6764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262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134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27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48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439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81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3142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33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922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38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405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448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341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425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587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082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899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2810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147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376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8451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904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861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554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0612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065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6022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154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0437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92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On-screen Show (4:3)</PresentationFormat>
  <Paragraphs>0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Brigid</dc:creator>
  <cp:lastModifiedBy>Ben Danziger</cp:lastModifiedBy>
  <cp:revision>3</cp:revision>
  <dcterms:created xsi:type="dcterms:W3CDTF">2014-08-28T19:21:14Z</dcterms:created>
  <dcterms:modified xsi:type="dcterms:W3CDTF">2015-11-19T16:28:22Z</dcterms:modified>
</cp:coreProperties>
</file>